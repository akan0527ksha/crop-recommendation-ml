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DE081C-DB5F-4AE3-B851-12B3B8A2E65B}" v="31" dt="2025-12-05T20:09:22.9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74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nkshasharmafzd2004@gmail.com" userId="928c1bfedeecf758" providerId="LiveId" clId="{A6603D25-8C99-4680-BBD4-15DDDE7059CD}"/>
    <pc:docChg chg="undo custSel addSld modSld">
      <pc:chgData name="akankshasharmafzd2004@gmail.com" userId="928c1bfedeecf758" providerId="LiveId" clId="{A6603D25-8C99-4680-BBD4-15DDDE7059CD}" dt="2025-12-05T20:09:22.965" v="604"/>
      <pc:docMkLst>
        <pc:docMk/>
      </pc:docMkLst>
      <pc:sldChg chg="addSp delSp modSp mod setBg">
        <pc:chgData name="akankshasharmafzd2004@gmail.com" userId="928c1bfedeecf758" providerId="LiveId" clId="{A6603D25-8C99-4680-BBD4-15DDDE7059CD}" dt="2025-12-05T20:09:22.965" v="604"/>
        <pc:sldMkLst>
          <pc:docMk/>
          <pc:sldMk cId="3567352315" sldId="256"/>
        </pc:sldMkLst>
        <pc:spChg chg="add mod">
          <ac:chgData name="akankshasharmafzd2004@gmail.com" userId="928c1bfedeecf758" providerId="LiveId" clId="{A6603D25-8C99-4680-BBD4-15DDDE7059CD}" dt="2025-12-05T20:09:15.468" v="602" actId="26606"/>
          <ac:spMkLst>
            <pc:docMk/>
            <pc:sldMk cId="3567352315" sldId="256"/>
            <ac:spMk id="2" creationId="{DA2AE2B6-E699-439C-3B7F-D8D1E59659F6}"/>
          </ac:spMkLst>
        </pc:spChg>
        <pc:spChg chg="add mod">
          <ac:chgData name="akankshasharmafzd2004@gmail.com" userId="928c1bfedeecf758" providerId="LiveId" clId="{A6603D25-8C99-4680-BBD4-15DDDE7059CD}" dt="2025-12-05T20:09:15.468" v="602" actId="26606"/>
          <ac:spMkLst>
            <pc:docMk/>
            <pc:sldMk cId="3567352315" sldId="256"/>
            <ac:spMk id="3" creationId="{7F6A7F03-99DA-B630-636C-C29271900C2E}"/>
          </ac:spMkLst>
        </pc:spChg>
        <pc:spChg chg="add del">
          <ac:chgData name="akankshasharmafzd2004@gmail.com" userId="928c1bfedeecf758" providerId="LiveId" clId="{A6603D25-8C99-4680-BBD4-15DDDE7059CD}" dt="2025-12-05T20:09:15.468" v="602" actId="26606"/>
          <ac:spMkLst>
            <pc:docMk/>
            <pc:sldMk cId="3567352315" sldId="256"/>
            <ac:spMk id="20" creationId="{FF4048AF-7312-4B0A-B28E-81709FD01B64}"/>
          </ac:spMkLst>
        </pc:spChg>
        <pc:spChg chg="add del">
          <ac:chgData name="akankshasharmafzd2004@gmail.com" userId="928c1bfedeecf758" providerId="LiveId" clId="{A6603D25-8C99-4680-BBD4-15DDDE7059CD}" dt="2025-12-05T20:09:15.468" v="602" actId="26606"/>
          <ac:spMkLst>
            <pc:docMk/>
            <pc:sldMk cId="3567352315" sldId="256"/>
            <ac:spMk id="22" creationId="{665F40C0-AD7A-4442-AFB8-329201D1405F}"/>
          </ac:spMkLst>
        </pc:spChg>
        <pc:spChg chg="add del">
          <ac:chgData name="akankshasharmafzd2004@gmail.com" userId="928c1bfedeecf758" providerId="LiveId" clId="{A6603D25-8C99-4680-BBD4-15DDDE7059CD}" dt="2025-12-05T20:09:15.468" v="602" actId="26606"/>
          <ac:spMkLst>
            <pc:docMk/>
            <pc:sldMk cId="3567352315" sldId="256"/>
            <ac:spMk id="41" creationId="{1E102BD0-54D0-4E79-AEB1-F636E1F031DB}"/>
          </ac:spMkLst>
        </pc:spChg>
        <pc:spChg chg="add del">
          <ac:chgData name="akankshasharmafzd2004@gmail.com" userId="928c1bfedeecf758" providerId="LiveId" clId="{A6603D25-8C99-4680-BBD4-15DDDE7059CD}" dt="2025-12-05T20:09:15.468" v="602" actId="26606"/>
          <ac:spMkLst>
            <pc:docMk/>
            <pc:sldMk cId="3567352315" sldId="256"/>
            <ac:spMk id="43" creationId="{4BDC1DDF-7ECB-4E65-96D4-F2F88C433C30}"/>
          </ac:spMkLst>
        </pc:spChg>
        <pc:grpChg chg="add del">
          <ac:chgData name="akankshasharmafzd2004@gmail.com" userId="928c1bfedeecf758" providerId="LiveId" clId="{A6603D25-8C99-4680-BBD4-15DDDE7059CD}" dt="2025-12-05T20:09:15.468" v="602" actId="26606"/>
          <ac:grpSpMkLst>
            <pc:docMk/>
            <pc:sldMk cId="3567352315" sldId="256"/>
            <ac:grpSpMk id="24" creationId="{402B0370-2E2D-4434-8DD7-5D51E481F8D6}"/>
          </ac:grpSpMkLst>
        </pc:grpChg>
        <pc:grpChg chg="add del">
          <ac:chgData name="akankshasharmafzd2004@gmail.com" userId="928c1bfedeecf758" providerId="LiveId" clId="{A6603D25-8C99-4680-BBD4-15DDDE7059CD}" dt="2025-12-05T20:08:46.097" v="600" actId="26606"/>
          <ac:grpSpMkLst>
            <pc:docMk/>
            <pc:sldMk cId="3567352315" sldId="256"/>
            <ac:grpSpMk id="34" creationId="{114CB36F-DDDD-4EF6-AEB6-27C6453802E6}"/>
          </ac:grpSpMkLst>
        </pc:grpChg>
        <pc:grpChg chg="add del">
          <ac:chgData name="akankshasharmafzd2004@gmail.com" userId="928c1bfedeecf758" providerId="LiveId" clId="{A6603D25-8C99-4680-BBD4-15DDDE7059CD}" dt="2025-12-05T20:09:15.468" v="602" actId="26606"/>
          <ac:grpSpMkLst>
            <pc:docMk/>
            <pc:sldMk cId="3567352315" sldId="256"/>
            <ac:grpSpMk id="42" creationId="{114CB36F-DDDD-4EF6-AEB6-27C6453802E6}"/>
          </ac:grpSpMkLst>
        </pc:grpChg>
        <pc:grpChg chg="add del">
          <ac:chgData name="akankshasharmafzd2004@gmail.com" userId="928c1bfedeecf758" providerId="LiveId" clId="{A6603D25-8C99-4680-BBD4-15DDDE7059CD}" dt="2025-12-05T20:09:15.468" v="602" actId="26606"/>
          <ac:grpSpMkLst>
            <pc:docMk/>
            <pc:sldMk cId="3567352315" sldId="256"/>
            <ac:grpSpMk id="45" creationId="{843790A7-7640-438F-9485-0B04AB0B927B}"/>
          </ac:grpSpMkLst>
        </pc:grpChg>
        <pc:picChg chg="add mod">
          <ac:chgData name="akankshasharmafzd2004@gmail.com" userId="928c1bfedeecf758" providerId="LiveId" clId="{A6603D25-8C99-4680-BBD4-15DDDE7059CD}" dt="2025-12-05T20:09:15.468" v="602" actId="26606"/>
          <ac:picMkLst>
            <pc:docMk/>
            <pc:sldMk cId="3567352315" sldId="256"/>
            <ac:picMk id="7" creationId="{4014BC33-1886-4291-9B1B-8E7469889BB2}"/>
          </ac:picMkLst>
        </pc:picChg>
        <pc:cxnChg chg="add del">
          <ac:chgData name="akankshasharmafzd2004@gmail.com" userId="928c1bfedeecf758" providerId="LiveId" clId="{A6603D25-8C99-4680-BBD4-15DDDE7059CD}" dt="2025-12-05T20:08:46.097" v="600" actId="26606"/>
          <ac:cxnSpMkLst>
            <pc:docMk/>
            <pc:sldMk cId="3567352315" sldId="256"/>
            <ac:cxnSpMk id="10" creationId="{F94D49AA-9F37-44B9-96E0-04EDD319811E}"/>
          </ac:cxnSpMkLst>
        </pc:cxnChg>
        <pc:cxnChg chg="add del">
          <ac:chgData name="akankshasharmafzd2004@gmail.com" userId="928c1bfedeecf758" providerId="LiveId" clId="{A6603D25-8C99-4680-BBD4-15DDDE7059CD}" dt="2025-12-05T20:08:46.097" v="600" actId="26606"/>
          <ac:cxnSpMkLst>
            <pc:docMk/>
            <pc:sldMk cId="3567352315" sldId="256"/>
            <ac:cxnSpMk id="12" creationId="{3C040A25-E89D-4C07-8F3A-4488FDC80556}"/>
          </ac:cxnSpMkLst>
        </pc:cxnChg>
        <pc:cxnChg chg="add del">
          <ac:chgData name="akankshasharmafzd2004@gmail.com" userId="928c1bfedeecf758" providerId="LiveId" clId="{A6603D25-8C99-4680-BBD4-15DDDE7059CD}" dt="2025-12-05T20:08:46.097" v="600" actId="26606"/>
          <ac:cxnSpMkLst>
            <pc:docMk/>
            <pc:sldMk cId="3567352315" sldId="256"/>
            <ac:cxnSpMk id="14" creationId="{CAFBD161-57CB-4CF9-B3BD-FE3C2B699752}"/>
          </ac:cxnSpMkLst>
        </pc:cxnChg>
        <pc:cxnChg chg="add">
          <ac:chgData name="akankshasharmafzd2004@gmail.com" userId="928c1bfedeecf758" providerId="LiveId" clId="{A6603D25-8C99-4680-BBD4-15DDDE7059CD}" dt="2025-12-05T20:07:56.909" v="596" actId="26606"/>
          <ac:cxnSpMkLst>
            <pc:docMk/>
            <pc:sldMk cId="3567352315" sldId="256"/>
            <ac:cxnSpMk id="16" creationId="{B76076F8-5E8C-402A-A299-C0F6ED7E57DC}"/>
          </ac:cxnSpMkLst>
        </pc:cxnChg>
      </pc:sldChg>
      <pc:sldChg chg="modSp mod">
        <pc:chgData name="akankshasharmafzd2004@gmail.com" userId="928c1bfedeecf758" providerId="LiveId" clId="{A6603D25-8C99-4680-BBD4-15DDDE7059CD}" dt="2025-12-05T19:40:05.023" v="416" actId="255"/>
        <pc:sldMkLst>
          <pc:docMk/>
          <pc:sldMk cId="3035306713" sldId="257"/>
        </pc:sldMkLst>
        <pc:spChg chg="mod">
          <ac:chgData name="akankshasharmafzd2004@gmail.com" userId="928c1bfedeecf758" providerId="LiveId" clId="{A6603D25-8C99-4680-BBD4-15DDDE7059CD}" dt="2025-12-05T19:40:05.023" v="416" actId="255"/>
          <ac:spMkLst>
            <pc:docMk/>
            <pc:sldMk cId="3035306713" sldId="257"/>
            <ac:spMk id="3" creationId="{ADAE0D38-EB9B-903C-1EE6-76F06FA04671}"/>
          </ac:spMkLst>
        </pc:spChg>
      </pc:sldChg>
      <pc:sldChg chg="modSp mod">
        <pc:chgData name="akankshasharmafzd2004@gmail.com" userId="928c1bfedeecf758" providerId="LiveId" clId="{A6603D25-8C99-4680-BBD4-15DDDE7059CD}" dt="2025-12-05T19:40:52.790" v="420" actId="1076"/>
        <pc:sldMkLst>
          <pc:docMk/>
          <pc:sldMk cId="4185158578" sldId="258"/>
        </pc:sldMkLst>
        <pc:spChg chg="mod">
          <ac:chgData name="akankshasharmafzd2004@gmail.com" userId="928c1bfedeecf758" providerId="LiveId" clId="{A6603D25-8C99-4680-BBD4-15DDDE7059CD}" dt="2025-12-05T19:40:52.790" v="420" actId="1076"/>
          <ac:spMkLst>
            <pc:docMk/>
            <pc:sldMk cId="4185158578" sldId="258"/>
            <ac:spMk id="3" creationId="{D5643C6B-93F2-F42A-5892-6D7318C7C79E}"/>
          </ac:spMkLst>
        </pc:spChg>
        <pc:spChg chg="mod">
          <ac:chgData name="akankshasharmafzd2004@gmail.com" userId="928c1bfedeecf758" providerId="LiveId" clId="{A6603D25-8C99-4680-BBD4-15DDDE7059CD}" dt="2025-12-05T19:40:47.385" v="419" actId="1076"/>
          <ac:spMkLst>
            <pc:docMk/>
            <pc:sldMk cId="4185158578" sldId="258"/>
            <ac:spMk id="6" creationId="{4641BDCE-8A61-53C4-2831-1C2C1BBB1EB1}"/>
          </ac:spMkLst>
        </pc:spChg>
      </pc:sldChg>
      <pc:sldChg chg="modSp mod">
        <pc:chgData name="akankshasharmafzd2004@gmail.com" userId="928c1bfedeecf758" providerId="LiveId" clId="{A6603D25-8C99-4680-BBD4-15DDDE7059CD}" dt="2025-12-05T19:35:56.162" v="364" actId="1076"/>
        <pc:sldMkLst>
          <pc:docMk/>
          <pc:sldMk cId="2655975513" sldId="259"/>
        </pc:sldMkLst>
        <pc:spChg chg="mod">
          <ac:chgData name="akankshasharmafzd2004@gmail.com" userId="928c1bfedeecf758" providerId="LiveId" clId="{A6603D25-8C99-4680-BBD4-15DDDE7059CD}" dt="2025-12-05T19:35:56.162" v="364" actId="1076"/>
          <ac:spMkLst>
            <pc:docMk/>
            <pc:sldMk cId="2655975513" sldId="259"/>
            <ac:spMk id="7" creationId="{9DE27A61-782F-835B-EA64-B8E7EAFE1597}"/>
          </ac:spMkLst>
        </pc:spChg>
      </pc:sldChg>
      <pc:sldChg chg="addSp modSp mod setBg">
        <pc:chgData name="akankshasharmafzd2004@gmail.com" userId="928c1bfedeecf758" providerId="LiveId" clId="{A6603D25-8C99-4680-BBD4-15DDDE7059CD}" dt="2025-12-05T19:45:45.074" v="474"/>
        <pc:sldMkLst>
          <pc:docMk/>
          <pc:sldMk cId="486407130" sldId="260"/>
        </pc:sldMkLst>
        <pc:spChg chg="mod">
          <ac:chgData name="akankshasharmafzd2004@gmail.com" userId="928c1bfedeecf758" providerId="LiveId" clId="{A6603D25-8C99-4680-BBD4-15DDDE7059CD}" dt="2025-12-05T19:45:28.693" v="472" actId="26606"/>
          <ac:spMkLst>
            <pc:docMk/>
            <pc:sldMk cId="486407130" sldId="260"/>
            <ac:spMk id="3" creationId="{F766629B-66AC-93A1-400D-921F26C23B97}"/>
          </ac:spMkLst>
        </pc:spChg>
        <pc:spChg chg="add">
          <ac:chgData name="akankshasharmafzd2004@gmail.com" userId="928c1bfedeecf758" providerId="LiveId" clId="{A6603D25-8C99-4680-BBD4-15DDDE7059CD}" dt="2025-12-05T19:45:28.693" v="472" actId="26606"/>
          <ac:spMkLst>
            <pc:docMk/>
            <pc:sldMk cId="486407130" sldId="260"/>
            <ac:spMk id="26" creationId="{8122EBFF-C2BD-4A58-984E-452493EDA697}"/>
          </ac:spMkLst>
        </pc:spChg>
        <pc:spChg chg="add">
          <ac:chgData name="akankshasharmafzd2004@gmail.com" userId="928c1bfedeecf758" providerId="LiveId" clId="{A6603D25-8C99-4680-BBD4-15DDDE7059CD}" dt="2025-12-05T19:45:28.693" v="472" actId="26606"/>
          <ac:spMkLst>
            <pc:docMk/>
            <pc:sldMk cId="486407130" sldId="260"/>
            <ac:spMk id="28" creationId="{197F1B16-5747-47B5-B3FF-6691B1BEF99C}"/>
          </ac:spMkLst>
        </pc:spChg>
        <pc:grpChg chg="add">
          <ac:chgData name="akankshasharmafzd2004@gmail.com" userId="928c1bfedeecf758" providerId="LiveId" clId="{A6603D25-8C99-4680-BBD4-15DDDE7059CD}" dt="2025-12-05T19:45:28.693" v="472" actId="26606"/>
          <ac:grpSpMkLst>
            <pc:docMk/>
            <pc:sldMk cId="486407130" sldId="260"/>
            <ac:grpSpMk id="30" creationId="{39AF2E38-17AB-4826-85E9-A8F727F67BF2}"/>
          </ac:grpSpMkLst>
        </pc:grpChg>
        <pc:picChg chg="add mod">
          <ac:chgData name="akankshasharmafzd2004@gmail.com" userId="928c1bfedeecf758" providerId="LiveId" clId="{A6603D25-8C99-4680-BBD4-15DDDE7059CD}" dt="2025-12-05T19:45:28.693" v="472" actId="26606"/>
          <ac:picMkLst>
            <pc:docMk/>
            <pc:sldMk cId="486407130" sldId="260"/>
            <ac:picMk id="11" creationId="{6EEB23BC-AAA2-DD77-EC2B-8813B74EB71A}"/>
          </ac:picMkLst>
        </pc:picChg>
        <pc:cxnChg chg="add">
          <ac:chgData name="akankshasharmafzd2004@gmail.com" userId="928c1bfedeecf758" providerId="LiveId" clId="{A6603D25-8C99-4680-BBD4-15DDDE7059CD}" dt="2025-12-05T19:45:28.693" v="472" actId="26606"/>
          <ac:cxnSpMkLst>
            <pc:docMk/>
            <pc:sldMk cId="486407130" sldId="260"/>
            <ac:cxnSpMk id="16" creationId="{F94D49AA-9F37-44B9-96E0-04EDD319811E}"/>
          </ac:cxnSpMkLst>
        </pc:cxnChg>
        <pc:cxnChg chg="add">
          <ac:chgData name="akankshasharmafzd2004@gmail.com" userId="928c1bfedeecf758" providerId="LiveId" clId="{A6603D25-8C99-4680-BBD4-15DDDE7059CD}" dt="2025-12-05T19:45:28.693" v="472" actId="26606"/>
          <ac:cxnSpMkLst>
            <pc:docMk/>
            <pc:sldMk cId="486407130" sldId="260"/>
            <ac:cxnSpMk id="18" creationId="{3C040A25-E89D-4C07-8F3A-4488FDC80556}"/>
          </ac:cxnSpMkLst>
        </pc:cxnChg>
        <pc:cxnChg chg="add">
          <ac:chgData name="akankshasharmafzd2004@gmail.com" userId="928c1bfedeecf758" providerId="LiveId" clId="{A6603D25-8C99-4680-BBD4-15DDDE7059CD}" dt="2025-12-05T19:45:28.693" v="472" actId="26606"/>
          <ac:cxnSpMkLst>
            <pc:docMk/>
            <pc:sldMk cId="486407130" sldId="260"/>
            <ac:cxnSpMk id="20" creationId="{CAFBD161-57CB-4CF9-B3BD-FE3C2B699752}"/>
          </ac:cxnSpMkLst>
        </pc:cxnChg>
        <pc:cxnChg chg="add">
          <ac:chgData name="akankshasharmafzd2004@gmail.com" userId="928c1bfedeecf758" providerId="LiveId" clId="{A6603D25-8C99-4680-BBD4-15DDDE7059CD}" dt="2025-12-05T19:45:28.693" v="472" actId="26606"/>
          <ac:cxnSpMkLst>
            <pc:docMk/>
            <pc:sldMk cId="486407130" sldId="260"/>
            <ac:cxnSpMk id="22" creationId="{B76076F8-5E8C-402A-A299-C0F6ED7E57DC}"/>
          </ac:cxnSpMkLst>
        </pc:cxnChg>
        <pc:cxnChg chg="add">
          <ac:chgData name="akankshasharmafzd2004@gmail.com" userId="928c1bfedeecf758" providerId="LiveId" clId="{A6603D25-8C99-4680-BBD4-15DDDE7059CD}" dt="2025-12-05T19:45:28.693" v="472" actId="26606"/>
          <ac:cxnSpMkLst>
            <pc:docMk/>
            <pc:sldMk cId="486407130" sldId="260"/>
            <ac:cxnSpMk id="24" creationId="{F5EB3E53-5C09-47B5-AFA2-9195087E0AFC}"/>
          </ac:cxnSpMkLst>
        </pc:cxnChg>
      </pc:sldChg>
      <pc:sldChg chg="modSp mod">
        <pc:chgData name="akankshasharmafzd2004@gmail.com" userId="928c1bfedeecf758" providerId="LiveId" clId="{A6603D25-8C99-4680-BBD4-15DDDE7059CD}" dt="2025-12-05T19:37:31.183" v="403" actId="113"/>
        <pc:sldMkLst>
          <pc:docMk/>
          <pc:sldMk cId="2992175269" sldId="261"/>
        </pc:sldMkLst>
        <pc:spChg chg="mod">
          <ac:chgData name="akankshasharmafzd2004@gmail.com" userId="928c1bfedeecf758" providerId="LiveId" clId="{A6603D25-8C99-4680-BBD4-15DDDE7059CD}" dt="2025-12-05T19:37:31.183" v="403" actId="113"/>
          <ac:spMkLst>
            <pc:docMk/>
            <pc:sldMk cId="2992175269" sldId="261"/>
            <ac:spMk id="5" creationId="{98D381DA-6CEC-1C1F-A2FA-8EB5DC6A407F}"/>
          </ac:spMkLst>
        </pc:spChg>
      </pc:sldChg>
      <pc:sldChg chg="addSp delSp modSp new mod setBg">
        <pc:chgData name="akankshasharmafzd2004@gmail.com" userId="928c1bfedeecf758" providerId="LiveId" clId="{A6603D25-8C99-4680-BBD4-15DDDE7059CD}" dt="2025-12-05T19:43:00.200" v="461" actId="1076"/>
        <pc:sldMkLst>
          <pc:docMk/>
          <pc:sldMk cId="21226908" sldId="262"/>
        </pc:sldMkLst>
        <pc:spChg chg="add mod">
          <ac:chgData name="akankshasharmafzd2004@gmail.com" userId="928c1bfedeecf758" providerId="LiveId" clId="{A6603D25-8C99-4680-BBD4-15DDDE7059CD}" dt="2025-12-05T19:37:55.244" v="406" actId="2711"/>
          <ac:spMkLst>
            <pc:docMk/>
            <pc:sldMk cId="21226908" sldId="262"/>
            <ac:spMk id="3" creationId="{44988005-4A1F-EDFE-5287-C656AFE19529}"/>
          </ac:spMkLst>
        </pc:spChg>
        <pc:spChg chg="add mod">
          <ac:chgData name="akankshasharmafzd2004@gmail.com" userId="928c1bfedeecf758" providerId="LiveId" clId="{A6603D25-8C99-4680-BBD4-15DDDE7059CD}" dt="2025-12-05T19:41:33.627" v="452" actId="2711"/>
          <ac:spMkLst>
            <pc:docMk/>
            <pc:sldMk cId="21226908" sldId="262"/>
            <ac:spMk id="5" creationId="{EAF22B2C-A300-A8A7-5053-959BB43C2F84}"/>
          </ac:spMkLst>
        </pc:spChg>
        <pc:spChg chg="add del mod">
          <ac:chgData name="akankshasharmafzd2004@gmail.com" userId="928c1bfedeecf758" providerId="LiveId" clId="{A6603D25-8C99-4680-BBD4-15DDDE7059CD}" dt="2025-12-05T18:57:39.246" v="13"/>
          <ac:spMkLst>
            <pc:docMk/>
            <pc:sldMk cId="21226908" sldId="262"/>
            <ac:spMk id="7" creationId="{7732E77E-5171-013C-C129-E6584E21E6E2}"/>
          </ac:spMkLst>
        </pc:spChg>
        <pc:spChg chg="add mod">
          <ac:chgData name="akankshasharmafzd2004@gmail.com" userId="928c1bfedeecf758" providerId="LiveId" clId="{A6603D25-8C99-4680-BBD4-15DDDE7059CD}" dt="2025-12-05T19:42:35.886" v="460" actId="12"/>
          <ac:spMkLst>
            <pc:docMk/>
            <pc:sldMk cId="21226908" sldId="262"/>
            <ac:spMk id="9" creationId="{74DF26C0-E019-9272-E639-F4AE9C2540DC}"/>
          </ac:spMkLst>
        </pc:spChg>
        <pc:spChg chg="add mod">
          <ac:chgData name="akankshasharmafzd2004@gmail.com" userId="928c1bfedeecf758" providerId="LiveId" clId="{A6603D25-8C99-4680-BBD4-15DDDE7059CD}" dt="2025-12-05T19:43:00.200" v="461" actId="1076"/>
          <ac:spMkLst>
            <pc:docMk/>
            <pc:sldMk cId="21226908" sldId="262"/>
            <ac:spMk id="11" creationId="{087A3229-5258-B28A-98EC-4BAF9D9951EE}"/>
          </ac:spMkLst>
        </pc:spChg>
        <pc:spChg chg="add mod">
          <ac:chgData name="akankshasharmafzd2004@gmail.com" userId="928c1bfedeecf758" providerId="LiveId" clId="{A6603D25-8C99-4680-BBD4-15DDDE7059CD}" dt="2025-12-05T19:42:20.789" v="458" actId="113"/>
          <ac:spMkLst>
            <pc:docMk/>
            <pc:sldMk cId="21226908" sldId="262"/>
            <ac:spMk id="13" creationId="{D0105549-709E-5831-8035-F043DBF124FA}"/>
          </ac:spMkLst>
        </pc:spChg>
        <pc:spChg chg="add del">
          <ac:chgData name="akankshasharmafzd2004@gmail.com" userId="928c1bfedeecf758" providerId="LiveId" clId="{A6603D25-8C99-4680-BBD4-15DDDE7059CD}" dt="2025-12-05T19:01:16.417" v="25" actId="26606"/>
          <ac:spMkLst>
            <pc:docMk/>
            <pc:sldMk cId="21226908" sldId="262"/>
            <ac:spMk id="26" creationId="{A597D91B-C663-44BE-B618-5D0CAFEE9E3C}"/>
          </ac:spMkLst>
        </pc:spChg>
        <pc:spChg chg="add">
          <ac:chgData name="akankshasharmafzd2004@gmail.com" userId="928c1bfedeecf758" providerId="LiveId" clId="{A6603D25-8C99-4680-BBD4-15DDDE7059CD}" dt="2025-12-05T19:01:16.438" v="26" actId="26606"/>
          <ac:spMkLst>
            <pc:docMk/>
            <pc:sldMk cId="21226908" sldId="262"/>
            <ac:spMk id="36" creationId="{CB3808F9-136D-4893-8CFE-1051C9212345}"/>
          </ac:spMkLst>
        </pc:spChg>
        <pc:grpChg chg="add del">
          <ac:chgData name="akankshasharmafzd2004@gmail.com" userId="928c1bfedeecf758" providerId="LiveId" clId="{A6603D25-8C99-4680-BBD4-15DDDE7059CD}" dt="2025-12-05T19:01:16.417" v="25" actId="26606"/>
          <ac:grpSpMkLst>
            <pc:docMk/>
            <pc:sldMk cId="21226908" sldId="262"/>
            <ac:grpSpMk id="19" creationId="{D3B2A6AE-D715-4A86-9A67-FBFD0AC3D633}"/>
          </ac:grpSpMkLst>
        </pc:grpChg>
        <pc:grpChg chg="add del">
          <ac:chgData name="akankshasharmafzd2004@gmail.com" userId="928c1bfedeecf758" providerId="LiveId" clId="{A6603D25-8C99-4680-BBD4-15DDDE7059CD}" dt="2025-12-05T19:01:16.417" v="25" actId="26606"/>
          <ac:grpSpMkLst>
            <pc:docMk/>
            <pc:sldMk cId="21226908" sldId="262"/>
            <ac:grpSpMk id="28" creationId="{35A0A01F-E83E-4747-9F8D-D9ADB09B99B7}"/>
          </ac:grpSpMkLst>
        </pc:grpChg>
        <pc:grpChg chg="add">
          <ac:chgData name="akankshasharmafzd2004@gmail.com" userId="928c1bfedeecf758" providerId="LiveId" clId="{A6603D25-8C99-4680-BBD4-15DDDE7059CD}" dt="2025-12-05T19:01:16.438" v="26" actId="26606"/>
          <ac:grpSpMkLst>
            <pc:docMk/>
            <pc:sldMk cId="21226908" sldId="262"/>
            <ac:grpSpMk id="35" creationId="{D3B2A6AE-D715-4A86-9A67-FBFD0AC3D633}"/>
          </ac:grpSpMkLst>
        </pc:grpChg>
        <pc:grpChg chg="add">
          <ac:chgData name="akankshasharmafzd2004@gmail.com" userId="928c1bfedeecf758" providerId="LiveId" clId="{A6603D25-8C99-4680-BBD4-15DDDE7059CD}" dt="2025-12-05T19:01:16.438" v="26" actId="26606"/>
          <ac:grpSpMkLst>
            <pc:docMk/>
            <pc:sldMk cId="21226908" sldId="262"/>
            <ac:grpSpMk id="38" creationId="{821AC1F2-D794-454F-8FDA-2826EEC8F0F0}"/>
          </ac:grpSpMkLst>
        </pc:grpChg>
        <pc:picChg chg="add del">
          <ac:chgData name="akankshasharmafzd2004@gmail.com" userId="928c1bfedeecf758" providerId="LiveId" clId="{A6603D25-8C99-4680-BBD4-15DDDE7059CD}" dt="2025-12-05T19:01:16.417" v="25" actId="26606"/>
          <ac:picMkLst>
            <pc:docMk/>
            <pc:sldMk cId="21226908" sldId="262"/>
            <ac:picMk id="15" creationId="{BDF02D75-E64F-5EF3-7F4F-92644A6CD8DD}"/>
          </ac:picMkLst>
        </pc:picChg>
        <pc:picChg chg="add mod">
          <ac:chgData name="akankshasharmafzd2004@gmail.com" userId="928c1bfedeecf758" providerId="LiveId" clId="{A6603D25-8C99-4680-BBD4-15DDDE7059CD}" dt="2025-12-05T19:02:59.923" v="35" actId="1076"/>
          <ac:picMkLst>
            <pc:docMk/>
            <pc:sldMk cId="21226908" sldId="262"/>
            <ac:picMk id="37" creationId="{A7900DBB-FF9B-31F8-A3CE-3AE347E2987C}"/>
          </ac:picMkLst>
        </pc:picChg>
      </pc:sldChg>
      <pc:sldChg chg="addSp delSp modSp new mod">
        <pc:chgData name="akankshasharmafzd2004@gmail.com" userId="928c1bfedeecf758" providerId="LiveId" clId="{A6603D25-8C99-4680-BBD4-15DDDE7059CD}" dt="2025-12-05T19:44:18.288" v="469" actId="113"/>
        <pc:sldMkLst>
          <pc:docMk/>
          <pc:sldMk cId="3772370808" sldId="263"/>
        </pc:sldMkLst>
        <pc:spChg chg="add mod">
          <ac:chgData name="akankshasharmafzd2004@gmail.com" userId="928c1bfedeecf758" providerId="LiveId" clId="{A6603D25-8C99-4680-BBD4-15DDDE7059CD}" dt="2025-12-05T19:38:09.239" v="407" actId="2711"/>
          <ac:spMkLst>
            <pc:docMk/>
            <pc:sldMk cId="3772370808" sldId="263"/>
            <ac:spMk id="3" creationId="{D402C1F7-9A70-85ED-93F5-04771733FC40}"/>
          </ac:spMkLst>
        </pc:spChg>
        <pc:spChg chg="add del">
          <ac:chgData name="akankshasharmafzd2004@gmail.com" userId="928c1bfedeecf758" providerId="LiveId" clId="{A6603D25-8C99-4680-BBD4-15DDDE7059CD}" dt="2025-12-05T19:11:23.885" v="71" actId="22"/>
          <ac:spMkLst>
            <pc:docMk/>
            <pc:sldMk cId="3772370808" sldId="263"/>
            <ac:spMk id="5" creationId="{06A1B578-F04E-5F63-995C-577CC355107F}"/>
          </ac:spMkLst>
        </pc:spChg>
        <pc:spChg chg="add mod">
          <ac:chgData name="akankshasharmafzd2004@gmail.com" userId="928c1bfedeecf758" providerId="LiveId" clId="{A6603D25-8C99-4680-BBD4-15DDDE7059CD}" dt="2025-12-05T19:44:18.288" v="469" actId="113"/>
          <ac:spMkLst>
            <pc:docMk/>
            <pc:sldMk cId="3772370808" sldId="263"/>
            <ac:spMk id="7" creationId="{734B880D-837D-BED3-4EAE-B600A26EF406}"/>
          </ac:spMkLst>
        </pc:spChg>
        <pc:picChg chg="add mod">
          <ac:chgData name="akankshasharmafzd2004@gmail.com" userId="928c1bfedeecf758" providerId="LiveId" clId="{A6603D25-8C99-4680-BBD4-15DDDE7059CD}" dt="2025-12-05T19:15:44.082" v="91" actId="1076"/>
          <ac:picMkLst>
            <pc:docMk/>
            <pc:sldMk cId="3772370808" sldId="263"/>
            <ac:picMk id="2050" creationId="{5B092D69-3E9D-8D34-76D4-40535C45FCED}"/>
          </ac:picMkLst>
        </pc:picChg>
      </pc:sldChg>
      <pc:sldChg chg="addSp delSp modSp add mod setBg">
        <pc:chgData name="akankshasharmafzd2004@gmail.com" userId="928c1bfedeecf758" providerId="LiveId" clId="{A6603D25-8C99-4680-BBD4-15DDDE7059CD}" dt="2025-12-05T19:25:55.891" v="155" actId="26606"/>
        <pc:sldMkLst>
          <pc:docMk/>
          <pc:sldMk cId="4205537791" sldId="264"/>
        </pc:sldMkLst>
        <pc:spChg chg="add del">
          <ac:chgData name="akankshasharmafzd2004@gmail.com" userId="928c1bfedeecf758" providerId="LiveId" clId="{A6603D25-8C99-4680-BBD4-15DDDE7059CD}" dt="2025-12-05T19:25:52.705" v="150" actId="26606"/>
          <ac:spMkLst>
            <pc:docMk/>
            <pc:sldMk cId="4205537791" sldId="264"/>
            <ac:spMk id="8" creationId="{0392160F-30B7-4465-8A19-68977E4AECE6}"/>
          </ac:spMkLst>
        </pc:spChg>
        <pc:spChg chg="add del">
          <ac:chgData name="akankshasharmafzd2004@gmail.com" userId="928c1bfedeecf758" providerId="LiveId" clId="{A6603D25-8C99-4680-BBD4-15DDDE7059CD}" dt="2025-12-05T19:25:54.678" v="152" actId="26606"/>
          <ac:spMkLst>
            <pc:docMk/>
            <pc:sldMk cId="4205537791" sldId="264"/>
            <ac:spMk id="17" creationId="{B1ECD48A-A6CE-48F3-8E89-3399C99382F1}"/>
          </ac:spMkLst>
        </pc:spChg>
        <pc:spChg chg="add del">
          <ac:chgData name="akankshasharmafzd2004@gmail.com" userId="928c1bfedeecf758" providerId="LiveId" clId="{A6603D25-8C99-4680-BBD4-15DDDE7059CD}" dt="2025-12-05T19:25:54.678" v="152" actId="26606"/>
          <ac:spMkLst>
            <pc:docMk/>
            <pc:sldMk cId="4205537791" sldId="264"/>
            <ac:spMk id="18" creationId="{0A3F7A1B-3080-4A65-A240-2E1A6EF84567}"/>
          </ac:spMkLst>
        </pc:spChg>
        <pc:spChg chg="add del">
          <ac:chgData name="akankshasharmafzd2004@gmail.com" userId="928c1bfedeecf758" providerId="LiveId" clId="{A6603D25-8C99-4680-BBD4-15DDDE7059CD}" dt="2025-12-05T19:25:55.882" v="154" actId="26606"/>
          <ac:spMkLst>
            <pc:docMk/>
            <pc:sldMk cId="4205537791" sldId="264"/>
            <ac:spMk id="20" creationId="{391F240E-99C9-4C6A-BD0A-15F9E69F337F}"/>
          </ac:spMkLst>
        </pc:spChg>
        <pc:spChg chg="add del">
          <ac:chgData name="akankshasharmafzd2004@gmail.com" userId="928c1bfedeecf758" providerId="LiveId" clId="{A6603D25-8C99-4680-BBD4-15DDDE7059CD}" dt="2025-12-05T19:25:55.882" v="154" actId="26606"/>
          <ac:spMkLst>
            <pc:docMk/>
            <pc:sldMk cId="4205537791" sldId="264"/>
            <ac:spMk id="21" creationId="{9C8424AD-EE61-4FBC-ABA0-36E67508F2D0}"/>
          </ac:spMkLst>
        </pc:spChg>
        <pc:spChg chg="add">
          <ac:chgData name="akankshasharmafzd2004@gmail.com" userId="928c1bfedeecf758" providerId="LiveId" clId="{A6603D25-8C99-4680-BBD4-15DDDE7059CD}" dt="2025-12-05T19:25:55.891" v="155" actId="26606"/>
          <ac:spMkLst>
            <pc:docMk/>
            <pc:sldMk cId="4205537791" sldId="264"/>
            <ac:spMk id="23" creationId="{9A212F8F-D812-4A16-BE82-F3500DE32174}"/>
          </ac:spMkLst>
        </pc:spChg>
        <pc:spChg chg="add">
          <ac:chgData name="akankshasharmafzd2004@gmail.com" userId="928c1bfedeecf758" providerId="LiveId" clId="{A6603D25-8C99-4680-BBD4-15DDDE7059CD}" dt="2025-12-05T19:25:55.891" v="155" actId="26606"/>
          <ac:spMkLst>
            <pc:docMk/>
            <pc:sldMk cId="4205537791" sldId="264"/>
            <ac:spMk id="24" creationId="{D2CF1D1B-04ED-443D-A9FE-68BF8859BDD6}"/>
          </ac:spMkLst>
        </pc:spChg>
        <pc:grpChg chg="add del">
          <ac:chgData name="akankshasharmafzd2004@gmail.com" userId="928c1bfedeecf758" providerId="LiveId" clId="{A6603D25-8C99-4680-BBD4-15DDDE7059CD}" dt="2025-12-05T19:25:52.705" v="150" actId="26606"/>
          <ac:grpSpMkLst>
            <pc:docMk/>
            <pc:sldMk cId="4205537791" sldId="264"/>
            <ac:grpSpMk id="10" creationId="{9C1AEAC6-74C1-4404-A024-D1CE7E981DFF}"/>
          </ac:grpSpMkLst>
        </pc:grpChg>
        <pc:picChg chg="add mod">
          <ac:chgData name="akankshasharmafzd2004@gmail.com" userId="928c1bfedeecf758" providerId="LiveId" clId="{A6603D25-8C99-4680-BBD4-15DDDE7059CD}" dt="2025-12-05T19:25:55.891" v="155" actId="26606"/>
          <ac:picMkLst>
            <pc:docMk/>
            <pc:sldMk cId="4205537791" sldId="264"/>
            <ac:picMk id="3" creationId="{AE641008-389D-ADA2-9805-B8F9A30AA483}"/>
          </ac:picMkLst>
        </pc:picChg>
      </pc:sldChg>
      <pc:sldChg chg="addSp delSp modSp add mod setBg">
        <pc:chgData name="akankshasharmafzd2004@gmail.com" userId="928c1bfedeecf758" providerId="LiveId" clId="{A6603D25-8C99-4680-BBD4-15DDDE7059CD}" dt="2025-12-05T19:38:40.938" v="410" actId="255"/>
        <pc:sldMkLst>
          <pc:docMk/>
          <pc:sldMk cId="4034887416" sldId="265"/>
        </pc:sldMkLst>
        <pc:spChg chg="add mod">
          <ac:chgData name="akankshasharmafzd2004@gmail.com" userId="928c1bfedeecf758" providerId="LiveId" clId="{A6603D25-8C99-4680-BBD4-15DDDE7059CD}" dt="2025-12-05T19:38:40.938" v="410" actId="255"/>
          <ac:spMkLst>
            <pc:docMk/>
            <pc:sldMk cId="4034887416" sldId="265"/>
            <ac:spMk id="2" creationId="{8AEF40EC-614F-D442-0AC5-441412BACEBD}"/>
          </ac:spMkLst>
        </pc:spChg>
        <pc:spChg chg="add">
          <ac:chgData name="akankshasharmafzd2004@gmail.com" userId="928c1bfedeecf758" providerId="LiveId" clId="{A6603D25-8C99-4680-BBD4-15DDDE7059CD}" dt="2025-12-05T19:21:14.972" v="132" actId="26606"/>
          <ac:spMkLst>
            <pc:docMk/>
            <pc:sldMk cId="4034887416" sldId="265"/>
            <ac:spMk id="18" creationId="{3E2C07F7-2301-4376-893F-FBA02EDE3A08}"/>
          </ac:spMkLst>
        </pc:spChg>
        <pc:grpChg chg="add">
          <ac:chgData name="akankshasharmafzd2004@gmail.com" userId="928c1bfedeecf758" providerId="LiveId" clId="{A6603D25-8C99-4680-BBD4-15DDDE7059CD}" dt="2025-12-05T19:21:14.972" v="132" actId="26606"/>
          <ac:grpSpMkLst>
            <pc:docMk/>
            <pc:sldMk cId="4034887416" sldId="265"/>
            <ac:grpSpMk id="20" creationId="{8C388193-92F4-4A75-8B11-B66617EBA863}"/>
          </ac:grpSpMkLst>
        </pc:grpChg>
        <pc:picChg chg="add del mod">
          <ac:chgData name="akankshasharmafzd2004@gmail.com" userId="928c1bfedeecf758" providerId="LiveId" clId="{A6603D25-8C99-4680-BBD4-15DDDE7059CD}" dt="2025-12-05T19:21:00.326" v="131" actId="22"/>
          <ac:picMkLst>
            <pc:docMk/>
            <pc:sldMk cId="4034887416" sldId="265"/>
            <ac:picMk id="4" creationId="{E563E55D-1792-5677-1C97-AA671DD83921}"/>
          </ac:picMkLst>
        </pc:picChg>
        <pc:picChg chg="add mod">
          <ac:chgData name="akankshasharmafzd2004@gmail.com" userId="928c1bfedeecf758" providerId="LiveId" clId="{A6603D25-8C99-4680-BBD4-15DDDE7059CD}" dt="2025-12-05T19:22:28.381" v="139" actId="14100"/>
          <ac:picMkLst>
            <pc:docMk/>
            <pc:sldMk cId="4034887416" sldId="265"/>
            <ac:picMk id="5" creationId="{10A77D1E-4E18-8896-0A22-5C0400608484}"/>
          </ac:picMkLst>
        </pc:picChg>
        <pc:picChg chg="add mod">
          <ac:chgData name="akankshasharmafzd2004@gmail.com" userId="928c1bfedeecf758" providerId="LiveId" clId="{A6603D25-8C99-4680-BBD4-15DDDE7059CD}" dt="2025-12-05T19:22:52.373" v="146" actId="1076"/>
          <ac:picMkLst>
            <pc:docMk/>
            <pc:sldMk cId="4034887416" sldId="265"/>
            <ac:picMk id="7" creationId="{6E367FB1-6D6C-302A-0226-519B715BC76C}"/>
          </ac:picMkLst>
        </pc:picChg>
        <pc:cxnChg chg="add">
          <ac:chgData name="akankshasharmafzd2004@gmail.com" userId="928c1bfedeecf758" providerId="LiveId" clId="{A6603D25-8C99-4680-BBD4-15DDDE7059CD}" dt="2025-12-05T19:21:14.972" v="132" actId="26606"/>
          <ac:cxnSpMkLst>
            <pc:docMk/>
            <pc:sldMk cId="4034887416" sldId="265"/>
            <ac:cxnSpMk id="8" creationId="{F9C6EDEF-A3BB-407B-9CDF-A7E5E5AE68C9}"/>
          </ac:cxnSpMkLst>
        </pc:cxnChg>
        <pc:cxnChg chg="add">
          <ac:chgData name="akankshasharmafzd2004@gmail.com" userId="928c1bfedeecf758" providerId="LiveId" clId="{A6603D25-8C99-4680-BBD4-15DDDE7059CD}" dt="2025-12-05T19:21:14.972" v="132" actId="26606"/>
          <ac:cxnSpMkLst>
            <pc:docMk/>
            <pc:sldMk cId="4034887416" sldId="265"/>
            <ac:cxnSpMk id="10" creationId="{11AE95B9-B8B1-4D2E-827E-AE702FB672B9}"/>
          </ac:cxnSpMkLst>
        </pc:cxnChg>
        <pc:cxnChg chg="add">
          <ac:chgData name="akankshasharmafzd2004@gmail.com" userId="928c1bfedeecf758" providerId="LiveId" clId="{A6603D25-8C99-4680-BBD4-15DDDE7059CD}" dt="2025-12-05T19:21:14.972" v="132" actId="26606"/>
          <ac:cxnSpMkLst>
            <pc:docMk/>
            <pc:sldMk cId="4034887416" sldId="265"/>
            <ac:cxnSpMk id="12" creationId="{9B96C491-9D12-4A1F-87C1-4087035C5295}"/>
          </ac:cxnSpMkLst>
        </pc:cxnChg>
        <pc:cxnChg chg="add">
          <ac:chgData name="akankshasharmafzd2004@gmail.com" userId="928c1bfedeecf758" providerId="LiveId" clId="{A6603D25-8C99-4680-BBD4-15DDDE7059CD}" dt="2025-12-05T19:21:14.972" v="132" actId="26606"/>
          <ac:cxnSpMkLst>
            <pc:docMk/>
            <pc:sldMk cId="4034887416" sldId="265"/>
            <ac:cxnSpMk id="14" creationId="{1FFE5C4A-1546-4452-A19D-2A989D4BC40A}"/>
          </ac:cxnSpMkLst>
        </pc:cxnChg>
        <pc:cxnChg chg="add">
          <ac:chgData name="akankshasharmafzd2004@gmail.com" userId="928c1bfedeecf758" providerId="LiveId" clId="{A6603D25-8C99-4680-BBD4-15DDDE7059CD}" dt="2025-12-05T19:21:14.972" v="132" actId="26606"/>
          <ac:cxnSpMkLst>
            <pc:docMk/>
            <pc:sldMk cId="4034887416" sldId="265"/>
            <ac:cxnSpMk id="16" creationId="{B148CBA6-F6FA-4167-BD0D-40D35561B2CA}"/>
          </ac:cxnSpMkLst>
        </pc:cxnChg>
      </pc:sldChg>
      <pc:sldChg chg="addSp delSp modSp new mod setBg">
        <pc:chgData name="akankshasharmafzd2004@gmail.com" userId="928c1bfedeecf758" providerId="LiveId" clId="{A6603D25-8C99-4680-BBD4-15DDDE7059CD}" dt="2025-12-05T19:43:46.470" v="467" actId="113"/>
        <pc:sldMkLst>
          <pc:docMk/>
          <pc:sldMk cId="3188344687" sldId="266"/>
        </pc:sldMkLst>
        <pc:spChg chg="add del mod ord">
          <ac:chgData name="akankshasharmafzd2004@gmail.com" userId="928c1bfedeecf758" providerId="LiveId" clId="{A6603D25-8C99-4680-BBD4-15DDDE7059CD}" dt="2025-12-05T19:30:11.125" v="198" actId="22"/>
          <ac:spMkLst>
            <pc:docMk/>
            <pc:sldMk cId="3188344687" sldId="266"/>
            <ac:spMk id="3" creationId="{FBCCE2A5-E650-3060-AD8D-1DFEEFF3FEF3}"/>
          </ac:spMkLst>
        </pc:spChg>
        <pc:spChg chg="add mod">
          <ac:chgData name="akankshasharmafzd2004@gmail.com" userId="928c1bfedeecf758" providerId="LiveId" clId="{A6603D25-8C99-4680-BBD4-15DDDE7059CD}" dt="2025-12-05T19:43:46.470" v="467" actId="113"/>
          <ac:spMkLst>
            <pc:docMk/>
            <pc:sldMk cId="3188344687" sldId="266"/>
            <ac:spMk id="5" creationId="{77DCC513-E313-03E6-3C21-E4CA45935A33}"/>
          </ac:spMkLst>
        </pc:spChg>
        <pc:spChg chg="add del">
          <ac:chgData name="akankshasharmafzd2004@gmail.com" userId="928c1bfedeecf758" providerId="LiveId" clId="{A6603D25-8C99-4680-BBD4-15DDDE7059CD}" dt="2025-12-05T19:28:26.779" v="166" actId="26606"/>
          <ac:spMkLst>
            <pc:docMk/>
            <pc:sldMk cId="3188344687" sldId="266"/>
            <ac:spMk id="3086" creationId="{F33B89E2-E847-4B79-AEE4-28DCD20BE2D0}"/>
          </ac:spMkLst>
        </pc:spChg>
        <pc:spChg chg="add del">
          <ac:chgData name="akankshasharmafzd2004@gmail.com" userId="928c1bfedeecf758" providerId="LiveId" clId="{A6603D25-8C99-4680-BBD4-15DDDE7059CD}" dt="2025-12-05T19:28:26.779" v="166" actId="26606"/>
          <ac:spMkLst>
            <pc:docMk/>
            <pc:sldMk cId="3188344687" sldId="266"/>
            <ac:spMk id="3088" creationId="{24D53AC0-344E-463B-B145-F34C3400E371}"/>
          </ac:spMkLst>
        </pc:spChg>
        <pc:spChg chg="add del">
          <ac:chgData name="akankshasharmafzd2004@gmail.com" userId="928c1bfedeecf758" providerId="LiveId" clId="{A6603D25-8C99-4680-BBD4-15DDDE7059CD}" dt="2025-12-05T19:28:32.068" v="168" actId="26606"/>
          <ac:spMkLst>
            <pc:docMk/>
            <pc:sldMk cId="3188344687" sldId="266"/>
            <ac:spMk id="3098" creationId="{1E102BD0-54D0-4E79-AEB1-F636E1F031DB}"/>
          </ac:spMkLst>
        </pc:spChg>
        <pc:spChg chg="add del">
          <ac:chgData name="akankshasharmafzd2004@gmail.com" userId="928c1bfedeecf758" providerId="LiveId" clId="{A6603D25-8C99-4680-BBD4-15DDDE7059CD}" dt="2025-12-05T19:28:32.068" v="168" actId="26606"/>
          <ac:spMkLst>
            <pc:docMk/>
            <pc:sldMk cId="3188344687" sldId="266"/>
            <ac:spMk id="3099" creationId="{4BDC1DDF-7ECB-4E65-96D4-F2F88C433C30}"/>
          </ac:spMkLst>
        </pc:spChg>
        <pc:spChg chg="add del">
          <ac:chgData name="akankshasharmafzd2004@gmail.com" userId="928c1bfedeecf758" providerId="LiveId" clId="{A6603D25-8C99-4680-BBD4-15DDDE7059CD}" dt="2025-12-05T19:28:39.929" v="170" actId="26606"/>
          <ac:spMkLst>
            <pc:docMk/>
            <pc:sldMk cId="3188344687" sldId="266"/>
            <ac:spMk id="3103" creationId="{2D7102BB-6B8B-4256-ABC8-228726683DB4}"/>
          </ac:spMkLst>
        </pc:spChg>
        <pc:spChg chg="add del">
          <ac:chgData name="akankshasharmafzd2004@gmail.com" userId="928c1bfedeecf758" providerId="LiveId" clId="{A6603D25-8C99-4680-BBD4-15DDDE7059CD}" dt="2025-12-05T19:28:39.929" v="170" actId="26606"/>
          <ac:spMkLst>
            <pc:docMk/>
            <pc:sldMk cId="3188344687" sldId="266"/>
            <ac:spMk id="3104" creationId="{8C4C24CE-D3D9-46B9-990E-33D28125C04D}"/>
          </ac:spMkLst>
        </pc:spChg>
        <pc:spChg chg="add del">
          <ac:chgData name="akankshasharmafzd2004@gmail.com" userId="928c1bfedeecf758" providerId="LiveId" clId="{A6603D25-8C99-4680-BBD4-15DDDE7059CD}" dt="2025-12-05T19:28:42.272" v="172" actId="26606"/>
          <ac:spMkLst>
            <pc:docMk/>
            <pc:sldMk cId="3188344687" sldId="266"/>
            <ac:spMk id="3108" creationId="{22BDB684-7D82-4E7C-8959-5EC841F6B63B}"/>
          </ac:spMkLst>
        </pc:spChg>
        <pc:spChg chg="add del">
          <ac:chgData name="akankshasharmafzd2004@gmail.com" userId="928c1bfedeecf758" providerId="LiveId" clId="{A6603D25-8C99-4680-BBD4-15DDDE7059CD}" dt="2025-12-05T19:28:46.681" v="174" actId="26606"/>
          <ac:spMkLst>
            <pc:docMk/>
            <pc:sldMk cId="3188344687" sldId="266"/>
            <ac:spMk id="3113" creationId="{8F4E830A-06F9-4EAA-9E65-110CF2421798}"/>
          </ac:spMkLst>
        </pc:spChg>
        <pc:spChg chg="add del">
          <ac:chgData name="akankshasharmafzd2004@gmail.com" userId="928c1bfedeecf758" providerId="LiveId" clId="{A6603D25-8C99-4680-BBD4-15DDDE7059CD}" dt="2025-12-05T19:28:47.665" v="176" actId="26606"/>
          <ac:spMkLst>
            <pc:docMk/>
            <pc:sldMk cId="3188344687" sldId="266"/>
            <ac:spMk id="3116" creationId="{A597D91B-C663-44BE-B618-5D0CAFEE9E3C}"/>
          </ac:spMkLst>
        </pc:spChg>
        <pc:spChg chg="add del">
          <ac:chgData name="akankshasharmafzd2004@gmail.com" userId="928c1bfedeecf758" providerId="LiveId" clId="{A6603D25-8C99-4680-BBD4-15DDDE7059CD}" dt="2025-12-05T19:29:02.758" v="178" actId="26606"/>
          <ac:spMkLst>
            <pc:docMk/>
            <pc:sldMk cId="3188344687" sldId="266"/>
            <ac:spMk id="3121" creationId="{22BDB684-7D82-4E7C-8959-5EC841F6B63B}"/>
          </ac:spMkLst>
        </pc:spChg>
        <pc:spChg chg="add del">
          <ac:chgData name="akankshasharmafzd2004@gmail.com" userId="928c1bfedeecf758" providerId="LiveId" clId="{A6603D25-8C99-4680-BBD4-15DDDE7059CD}" dt="2025-12-05T19:29:55.547" v="190" actId="26606"/>
          <ac:spMkLst>
            <pc:docMk/>
            <pc:sldMk cId="3188344687" sldId="266"/>
            <ac:spMk id="3126" creationId="{F33B89E2-E847-4B79-AEE4-28DCD20BE2D0}"/>
          </ac:spMkLst>
        </pc:spChg>
        <pc:spChg chg="add del">
          <ac:chgData name="akankshasharmafzd2004@gmail.com" userId="928c1bfedeecf758" providerId="LiveId" clId="{A6603D25-8C99-4680-BBD4-15DDDE7059CD}" dt="2025-12-05T19:29:55.547" v="190" actId="26606"/>
          <ac:spMkLst>
            <pc:docMk/>
            <pc:sldMk cId="3188344687" sldId="266"/>
            <ac:spMk id="3127" creationId="{24D53AC0-344E-463B-B145-F34C3400E371}"/>
          </ac:spMkLst>
        </pc:spChg>
        <pc:grpChg chg="add del">
          <ac:chgData name="akankshasharmafzd2004@gmail.com" userId="928c1bfedeecf758" providerId="LiveId" clId="{A6603D25-8C99-4680-BBD4-15DDDE7059CD}" dt="2025-12-05T19:28:26.779" v="166" actId="26606"/>
          <ac:grpSpMkLst>
            <pc:docMk/>
            <pc:sldMk cId="3188344687" sldId="266"/>
            <ac:grpSpMk id="3079" creationId="{114CB36F-DDDD-4EF6-AEB6-27C6453802E6}"/>
          </ac:grpSpMkLst>
        </pc:grpChg>
        <pc:grpChg chg="add del">
          <ac:chgData name="akankshasharmafzd2004@gmail.com" userId="928c1bfedeecf758" providerId="LiveId" clId="{A6603D25-8C99-4680-BBD4-15DDDE7059CD}" dt="2025-12-05T19:28:26.779" v="166" actId="26606"/>
          <ac:grpSpMkLst>
            <pc:docMk/>
            <pc:sldMk cId="3188344687" sldId="266"/>
            <ac:grpSpMk id="3090" creationId="{530D8B72-085C-40D5-B078-EB32B5890F51}"/>
          </ac:grpSpMkLst>
        </pc:grpChg>
        <pc:grpChg chg="add del">
          <ac:chgData name="akankshasharmafzd2004@gmail.com" userId="928c1bfedeecf758" providerId="LiveId" clId="{A6603D25-8C99-4680-BBD4-15DDDE7059CD}" dt="2025-12-05T19:28:32.068" v="168" actId="26606"/>
          <ac:grpSpMkLst>
            <pc:docMk/>
            <pc:sldMk cId="3188344687" sldId="266"/>
            <ac:grpSpMk id="3097" creationId="{114CB36F-DDDD-4EF6-AEB6-27C6453802E6}"/>
          </ac:grpSpMkLst>
        </pc:grpChg>
        <pc:grpChg chg="add del">
          <ac:chgData name="akankshasharmafzd2004@gmail.com" userId="928c1bfedeecf758" providerId="LiveId" clId="{A6603D25-8C99-4680-BBD4-15DDDE7059CD}" dt="2025-12-05T19:28:32.068" v="168" actId="26606"/>
          <ac:grpSpMkLst>
            <pc:docMk/>
            <pc:sldMk cId="3188344687" sldId="266"/>
            <ac:grpSpMk id="3100" creationId="{843790A7-7640-438F-9485-0B04AB0B927B}"/>
          </ac:grpSpMkLst>
        </pc:grpChg>
        <pc:grpChg chg="add del">
          <ac:chgData name="akankshasharmafzd2004@gmail.com" userId="928c1bfedeecf758" providerId="LiveId" clId="{A6603D25-8C99-4680-BBD4-15DDDE7059CD}" dt="2025-12-05T19:28:39.929" v="170" actId="26606"/>
          <ac:grpSpMkLst>
            <pc:docMk/>
            <pc:sldMk cId="3188344687" sldId="266"/>
            <ac:grpSpMk id="3102" creationId="{D3B2A6AE-D715-4A86-9A67-FBFD0AC3D633}"/>
          </ac:grpSpMkLst>
        </pc:grpChg>
        <pc:grpChg chg="add del">
          <ac:chgData name="akankshasharmafzd2004@gmail.com" userId="928c1bfedeecf758" providerId="LiveId" clId="{A6603D25-8C99-4680-BBD4-15DDDE7059CD}" dt="2025-12-05T19:28:39.929" v="170" actId="26606"/>
          <ac:grpSpMkLst>
            <pc:docMk/>
            <pc:sldMk cId="3188344687" sldId="266"/>
            <ac:grpSpMk id="3105" creationId="{50D35EDD-C672-4C50-A26A-21976F888E50}"/>
          </ac:grpSpMkLst>
        </pc:grpChg>
        <pc:grpChg chg="add del">
          <ac:chgData name="akankshasharmafzd2004@gmail.com" userId="928c1bfedeecf758" providerId="LiveId" clId="{A6603D25-8C99-4680-BBD4-15DDDE7059CD}" dt="2025-12-05T19:28:42.272" v="172" actId="26606"/>
          <ac:grpSpMkLst>
            <pc:docMk/>
            <pc:sldMk cId="3188344687" sldId="266"/>
            <ac:grpSpMk id="3107" creationId="{114CB36F-DDDD-4EF6-AEB6-27C6453802E6}"/>
          </ac:grpSpMkLst>
        </pc:grpChg>
        <pc:grpChg chg="add del">
          <ac:chgData name="akankshasharmafzd2004@gmail.com" userId="928c1bfedeecf758" providerId="LiveId" clId="{A6603D25-8C99-4680-BBD4-15DDDE7059CD}" dt="2025-12-05T19:28:42.272" v="172" actId="26606"/>
          <ac:grpSpMkLst>
            <pc:docMk/>
            <pc:sldMk cId="3188344687" sldId="266"/>
            <ac:grpSpMk id="3109" creationId="{5E6C0373-A7BB-4498-B633-1FAA4639124F}"/>
          </ac:grpSpMkLst>
        </pc:grpChg>
        <pc:grpChg chg="add del">
          <ac:chgData name="akankshasharmafzd2004@gmail.com" userId="928c1bfedeecf758" providerId="LiveId" clId="{A6603D25-8C99-4680-BBD4-15DDDE7059CD}" dt="2025-12-05T19:28:46.681" v="174" actId="26606"/>
          <ac:grpSpMkLst>
            <pc:docMk/>
            <pc:sldMk cId="3188344687" sldId="266"/>
            <ac:grpSpMk id="3112" creationId="{D3B2A6AE-D715-4A86-9A67-FBFD0AC3D633}"/>
          </ac:grpSpMkLst>
        </pc:grpChg>
        <pc:grpChg chg="add del">
          <ac:chgData name="akankshasharmafzd2004@gmail.com" userId="928c1bfedeecf758" providerId="LiveId" clId="{A6603D25-8C99-4680-BBD4-15DDDE7059CD}" dt="2025-12-05T19:28:47.665" v="176" actId="26606"/>
          <ac:grpSpMkLst>
            <pc:docMk/>
            <pc:sldMk cId="3188344687" sldId="266"/>
            <ac:grpSpMk id="3115" creationId="{D3B2A6AE-D715-4A86-9A67-FBFD0AC3D633}"/>
          </ac:grpSpMkLst>
        </pc:grpChg>
        <pc:grpChg chg="add del">
          <ac:chgData name="akankshasharmafzd2004@gmail.com" userId="928c1bfedeecf758" providerId="LiveId" clId="{A6603D25-8C99-4680-BBD4-15DDDE7059CD}" dt="2025-12-05T19:28:47.665" v="176" actId="26606"/>
          <ac:grpSpMkLst>
            <pc:docMk/>
            <pc:sldMk cId="3188344687" sldId="266"/>
            <ac:grpSpMk id="3117" creationId="{35A0A01F-E83E-4747-9F8D-D9ADB09B99B7}"/>
          </ac:grpSpMkLst>
        </pc:grpChg>
        <pc:grpChg chg="add del">
          <ac:chgData name="akankshasharmafzd2004@gmail.com" userId="928c1bfedeecf758" providerId="LiveId" clId="{A6603D25-8C99-4680-BBD4-15DDDE7059CD}" dt="2025-12-05T19:29:02.758" v="178" actId="26606"/>
          <ac:grpSpMkLst>
            <pc:docMk/>
            <pc:sldMk cId="3188344687" sldId="266"/>
            <ac:grpSpMk id="3120" creationId="{114CB36F-DDDD-4EF6-AEB6-27C6453802E6}"/>
          </ac:grpSpMkLst>
        </pc:grpChg>
        <pc:grpChg chg="add del">
          <ac:chgData name="akankshasharmafzd2004@gmail.com" userId="928c1bfedeecf758" providerId="LiveId" clId="{A6603D25-8C99-4680-BBD4-15DDDE7059CD}" dt="2025-12-05T19:29:02.758" v="178" actId="26606"/>
          <ac:grpSpMkLst>
            <pc:docMk/>
            <pc:sldMk cId="3188344687" sldId="266"/>
            <ac:grpSpMk id="3122" creationId="{5E6C0373-A7BB-4498-B633-1FAA4639124F}"/>
          </ac:grpSpMkLst>
        </pc:grpChg>
        <pc:grpChg chg="add del">
          <ac:chgData name="akankshasharmafzd2004@gmail.com" userId="928c1bfedeecf758" providerId="LiveId" clId="{A6603D25-8C99-4680-BBD4-15DDDE7059CD}" dt="2025-12-05T19:29:55.547" v="190" actId="26606"/>
          <ac:grpSpMkLst>
            <pc:docMk/>
            <pc:sldMk cId="3188344687" sldId="266"/>
            <ac:grpSpMk id="3125" creationId="{114CB36F-DDDD-4EF6-AEB6-27C6453802E6}"/>
          </ac:grpSpMkLst>
        </pc:grpChg>
        <pc:grpChg chg="add del">
          <ac:chgData name="akankshasharmafzd2004@gmail.com" userId="928c1bfedeecf758" providerId="LiveId" clId="{A6603D25-8C99-4680-BBD4-15DDDE7059CD}" dt="2025-12-05T19:29:55.547" v="190" actId="26606"/>
          <ac:grpSpMkLst>
            <pc:docMk/>
            <pc:sldMk cId="3188344687" sldId="266"/>
            <ac:grpSpMk id="3128" creationId="{530D8B72-085C-40D5-B078-EB32B5890F51}"/>
          </ac:grpSpMkLst>
        </pc:grpChg>
        <pc:picChg chg="add mod">
          <ac:chgData name="akankshasharmafzd2004@gmail.com" userId="928c1bfedeecf758" providerId="LiveId" clId="{A6603D25-8C99-4680-BBD4-15DDDE7059CD}" dt="2025-12-05T19:30:00.212" v="195" actId="14100"/>
          <ac:picMkLst>
            <pc:docMk/>
            <pc:sldMk cId="3188344687" sldId="266"/>
            <ac:picMk id="3074" creationId="{7FACCC62-BF1D-D125-EBA2-4FC0B58534A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030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364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612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921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522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34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935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714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329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862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625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425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0129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7393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1466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588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78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3E7648F-ACFE-4120-9C94-0F02A8CC7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FE3A6D4-957B-4863-AC8A-7BB55770C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7246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4D49AA-9F37-44B9-96E0-04EDD3198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040A25-E89D-4C07-8F3A-4488FDC80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FBD161-57CB-4CF9-B3BD-FE3C2B69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6076F8-5E8C-402A-A299-C0F6ED7E5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EB3E53-5C09-47B5-AFA2-9195087E0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F4048AF-7312-4B0A-B28E-81709FD01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2AE2B6-E699-439C-3B7F-D8D1E59659F6}"/>
              </a:ext>
            </a:extLst>
          </p:cNvPr>
          <p:cNvSpPr txBox="1"/>
          <p:nvPr/>
        </p:nvSpPr>
        <p:spPr>
          <a:xfrm>
            <a:off x="661431" y="4007613"/>
            <a:ext cx="10250013" cy="12332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 b="1" cap="all">
                <a:ln w="3175" cmpd="sng">
                  <a:noFill/>
                </a:ln>
                <a:latin typeface="+mj-lt"/>
                <a:ea typeface="+mj-ea"/>
                <a:cs typeface="+mj-cs"/>
              </a:rPr>
              <a:t>CROP RECOMMENDATION SYSTEM</a:t>
            </a:r>
            <a:endParaRPr lang="en-US" sz="4800" b="1" cap="all" dirty="0">
              <a:ln w="3175" cmpd="sng">
                <a:noFill/>
              </a:ln>
              <a:latin typeface="+mj-lt"/>
              <a:ea typeface="+mj-ea"/>
              <a:cs typeface="+mj-cs"/>
            </a:endParaRPr>
          </a:p>
        </p:txBody>
      </p:sp>
      <p:sp>
        <p:nvSpPr>
          <p:cNvPr id="22" name="Snip Diagonal Corner Rectangle 6">
            <a:extLst>
              <a:ext uri="{FF2B5EF4-FFF2-40B4-BE49-F238E27FC236}">
                <a16:creationId xmlns:a16="http://schemas.microsoft.com/office/drawing/2014/main" id="{665F40C0-AD7A-4442-AFB8-329201D14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702" y="606367"/>
            <a:ext cx="10948124" cy="3546637"/>
          </a:xfrm>
          <a:prstGeom prst="snip2DiagRect">
            <a:avLst>
              <a:gd name="adj1" fmla="val 13628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orn">
            <a:extLst>
              <a:ext uri="{FF2B5EF4-FFF2-40B4-BE49-F238E27FC236}">
                <a16:creationId xmlns:a16="http://schemas.microsoft.com/office/drawing/2014/main" id="{4014BC33-1886-4291-9B1B-8E7469889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427" y="1105355"/>
            <a:ext cx="2559720" cy="255972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02B0370-2E2D-4434-8DD7-5D51E481F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42699A-D43D-475D-852E-AAB169D43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8EC6F59-0311-4C12-B797-1E562E5AF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AB65A7F-1598-4304-B516-38C212A5F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843AFA7-B3FF-472E-AECD-A56A6196C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C72D04F-66F9-4B29-BF47-2866FECB1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F6A7F03-99DA-B630-636C-C29271900C2E}"/>
              </a:ext>
            </a:extLst>
          </p:cNvPr>
          <p:cNvSpPr txBox="1"/>
          <p:nvPr/>
        </p:nvSpPr>
        <p:spPr>
          <a:xfrm>
            <a:off x="6964388" y="5198604"/>
            <a:ext cx="4276171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Akanksha Sharma</a:t>
            </a:r>
          </a:p>
          <a:p>
            <a:pPr>
              <a:spcAft>
                <a:spcPts val="600"/>
              </a:spcAft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Roll no: 22BCON1108</a:t>
            </a:r>
          </a:p>
          <a:p>
            <a:pPr>
              <a:spcAft>
                <a:spcPts val="600"/>
              </a:spcAft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Section: 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35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AE0D38-EB9B-903C-1EE6-76F06FA04671}"/>
              </a:ext>
            </a:extLst>
          </p:cNvPr>
          <p:cNvSpPr txBox="1"/>
          <p:nvPr/>
        </p:nvSpPr>
        <p:spPr>
          <a:xfrm>
            <a:off x="639581" y="1394085"/>
            <a:ext cx="10977796" cy="512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2400"/>
              </a:spcBef>
              <a:buNone/>
            </a:pPr>
            <a:r>
              <a:rPr lang="en-US" sz="1800" b="1" kern="0" dirty="0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                                                                                  </a:t>
            </a:r>
            <a:r>
              <a:rPr lang="en-US" sz="4000" b="1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endParaRPr lang="en-IN" sz="4000" b="1" kern="0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Agriculture plays an important role in the Indian economy. Selecting the correct crop for cultivation is a challenge for farmers because the decision depends on several environmental and soil-related factors. Traditional methods rely on intuition and past experience, which may not always lead to optimal crop selection.</a:t>
            </a:r>
            <a:b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Machine learning provides an efficient and scientific way to analyze soil nutrients and climatic parameters to recommend the most suitable crop. This project introduces a Crop Recommendation System that uses Nitrogen, Phosphorus, Potassium, temperature, humidity, pH, and rainfall as inputs to predict the best crop for cultivation.</a:t>
            </a:r>
            <a:b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system uses an </a:t>
            </a:r>
            <a:r>
              <a:rPr lang="en-US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XGBoost</a:t>
            </a:r>
            <a: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Classifier inside a preprocessing pipeline and is deployed through a </a:t>
            </a:r>
            <a:r>
              <a:rPr lang="en-US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Gradio</a:t>
            </a:r>
            <a:r>
              <a:rPr lang="en-US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interface to allow users to interactively get predictions. This improves decision-making and supports sustainable agriculture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B3621-2F1D-82EE-74D9-8DC7F9D84A05}"/>
              </a:ext>
            </a:extLst>
          </p:cNvPr>
          <p:cNvSpPr txBox="1"/>
          <p:nvPr/>
        </p:nvSpPr>
        <p:spPr>
          <a:xfrm>
            <a:off x="2861218" y="1277971"/>
            <a:ext cx="64695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035306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643C6B-93F2-F42A-5892-6D7318C7C79E}"/>
              </a:ext>
            </a:extLst>
          </p:cNvPr>
          <p:cNvSpPr txBox="1"/>
          <p:nvPr/>
        </p:nvSpPr>
        <p:spPr>
          <a:xfrm>
            <a:off x="1161143" y="1845246"/>
            <a:ext cx="9289144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 develop an intelligent system that recommends the most suitable crop based on soil nutrients and environmental conditions.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 apply Machine Learning techniques—specifically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Classifier—to improve the accuracy of crop prediction.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To preprocess and analyze agricultural data for identifying important patterns and correlations.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To build a scalable ML pipeline that automates encoding, scaling, and prediction.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To create a user-friendly interface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allows real-time crop recommendations.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To support farmers in decision-making by providing data-driven crop suggestions.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To reduce crop failure by recommending crops that match soil fertility and climate.</a:t>
            </a: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41BDCE-8A61-53C4-2831-1C2C1BBB1EB1}"/>
              </a:ext>
            </a:extLst>
          </p:cNvPr>
          <p:cNvSpPr txBox="1"/>
          <p:nvPr/>
        </p:nvSpPr>
        <p:spPr>
          <a:xfrm>
            <a:off x="3026228" y="641361"/>
            <a:ext cx="51888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5158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E27A61-782F-835B-EA64-B8E7EAFE1597}"/>
              </a:ext>
            </a:extLst>
          </p:cNvPr>
          <p:cNvSpPr txBox="1"/>
          <p:nvPr/>
        </p:nvSpPr>
        <p:spPr>
          <a:xfrm>
            <a:off x="979715" y="255245"/>
            <a:ext cx="89698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IN" sz="36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60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731AC7D-5FA8-B421-092A-6EA020B96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170" y="2329973"/>
            <a:ext cx="8562373" cy="282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75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4D49AA-9F37-44B9-96E0-04EDD3198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040A25-E89D-4C07-8F3A-4488FDC80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AFBD161-57CB-4CF9-B3BD-FE3C2B69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76076F8-5E8C-402A-A299-C0F6ED7E5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5EB3E53-5C09-47B5-AFA2-9195087E0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122EBFF-C2BD-4A58-984E-452493EDA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66629B-66AC-93A1-400D-921F26C23B97}"/>
              </a:ext>
            </a:extLst>
          </p:cNvPr>
          <p:cNvSpPr txBox="1"/>
          <p:nvPr/>
        </p:nvSpPr>
        <p:spPr>
          <a:xfrm>
            <a:off x="7532710" y="628617"/>
            <a:ext cx="3971902" cy="30289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 b="1" i="0" u="none" strike="noStrike" cap="all">
                <a:ln w="3175" cmpd="sng">
                  <a:noFill/>
                </a:ln>
                <a:latin typeface="+mj-lt"/>
                <a:ea typeface="+mj-ea"/>
                <a:cs typeface="+mj-cs"/>
              </a:rPr>
              <a:t>TECHNOLOGY STACK</a:t>
            </a:r>
            <a:endParaRPr lang="en-US" sz="4800" cap="all">
              <a:ln w="3175" cmpd="sng">
                <a:noFill/>
              </a:ln>
              <a:latin typeface="+mj-lt"/>
              <a:ea typeface="+mj-ea"/>
              <a:cs typeface="+mj-cs"/>
            </a:endParaRPr>
          </a:p>
        </p:txBody>
      </p:sp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197F1B16-5747-47B5-B3FF-6691B1BEF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6418778" cy="5286838"/>
          </a:xfrm>
          <a:prstGeom prst="snip2DiagRect">
            <a:avLst>
              <a:gd name="adj1" fmla="val 10973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EB23BC-AAA2-DD77-EC2B-8813B74EB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17" y="1105401"/>
            <a:ext cx="5450437" cy="431748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39AF2E38-17AB-4826-85E9-A8F727F67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420580A-9A34-4EA1-B3AE-543720D126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2012754-5EEE-4A79-BB60-5F4581E6E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FE4574A-4294-4A29-BB7F-E64584CED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4B178FB-D872-4445-9A9D-88A66E07F9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F37C0FB-AFA7-4F60-BA74-FAC5714BC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6407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94D49AA-9F37-44B9-96E0-04EDD3198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C040A25-E89D-4C07-8F3A-4488FDC80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AFBD161-57CB-4CF9-B3BD-FE3C2B69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76076F8-5E8C-402A-A299-C0F6ED7E5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5EB3E53-5C09-47B5-AFA2-9195087E0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EB691E6-63E3-4A75-9D9D-5BA8445A6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D381DA-6CEC-1C1F-A2FA-8EB5DC6A407F}"/>
              </a:ext>
            </a:extLst>
          </p:cNvPr>
          <p:cNvSpPr txBox="1"/>
          <p:nvPr/>
        </p:nvSpPr>
        <p:spPr>
          <a:xfrm>
            <a:off x="6095999" y="628617"/>
            <a:ext cx="5408613" cy="302898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i="0" u="none" strike="noStrike" cap="all" dirty="0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Dataset &amp; Features</a:t>
            </a:r>
            <a:endParaRPr lang="en-US" sz="6000" b="1" cap="all" dirty="0">
              <a:ln w="3175" cmpd="sng">
                <a:noFill/>
              </a:ln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br>
              <a:rPr lang="en-US" sz="4800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</a:br>
            <a:endParaRPr lang="en-US" sz="4800" cap="all" dirty="0">
              <a:ln w="3175" cmpd="sng">
                <a:noFill/>
              </a:ln>
              <a:latin typeface="+mj-lt"/>
              <a:ea typeface="+mj-ea"/>
              <a:cs typeface="+mj-cs"/>
            </a:endParaRPr>
          </a:p>
        </p:txBody>
      </p:sp>
      <p:sp>
        <p:nvSpPr>
          <p:cNvPr id="33" name="Snip Diagonal Corner Rectangle 6">
            <a:extLst>
              <a:ext uri="{FF2B5EF4-FFF2-40B4-BE49-F238E27FC236}">
                <a16:creationId xmlns:a16="http://schemas.microsoft.com/office/drawing/2014/main" id="{AF1034E9-B90D-4755-92EA-F1A8E68DC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4977369" cy="5286838"/>
          </a:xfrm>
          <a:prstGeom prst="snip2DiagRect">
            <a:avLst>
              <a:gd name="adj1" fmla="val 9763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D8306A-86CE-23FD-186A-6F4B762649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9305"/>
          <a:stretch>
            <a:fillRect/>
          </a:stretch>
        </p:blipFill>
        <p:spPr>
          <a:xfrm>
            <a:off x="1138512" y="1688681"/>
            <a:ext cx="3997242" cy="3172072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35549E03-44D3-4242-9AC1-B1379F361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4C2A133-4D5B-4CC0-851E-093887A23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1A6D75-A197-499A-9F48-9E68D4D92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0FA12B7-243A-412A-B9BC-E65CA883C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0780E40-E1E6-470D-A203-09A995D92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D553A80-DCA7-4A85-A7DC-B77CF8F71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2175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D3B2A6AE-D715-4A86-9A67-FBFD0AC3D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EE901BD-20FF-4ADB-93F6-FAC032FE8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56D6999-B267-4C26-8E57-8B531D6B7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AA57298-B465-4F96-A3E7-DC8D3EA5B0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794DD63-5A9D-487C-B3DB-D7CFF2FF2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973AA2F-123B-4CCA-A83E-97633A55D7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B3808F9-136D-4893-8CFE-1051C9212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988005-4A1F-EDFE-5287-C656AFE19529}"/>
              </a:ext>
            </a:extLst>
          </p:cNvPr>
          <p:cNvSpPr txBox="1"/>
          <p:nvPr/>
        </p:nvSpPr>
        <p:spPr>
          <a:xfrm>
            <a:off x="3461578" y="394858"/>
            <a:ext cx="6830713" cy="15070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000" b="1" i="0" u="none" strike="noStrike" cap="all" dirty="0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Why XG Boost?</a:t>
            </a:r>
            <a:endParaRPr lang="en-US" sz="6000" cap="all" dirty="0">
              <a:ln w="3175" cmpd="sng">
                <a:noFill/>
              </a:ln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7" name="Picture 36" descr="Green trees in the forest">
            <a:extLst>
              <a:ext uri="{FF2B5EF4-FFF2-40B4-BE49-F238E27FC236}">
                <a16:creationId xmlns:a16="http://schemas.microsoft.com/office/drawing/2014/main" id="{A7900DBB-FF9B-31F8-A3CE-3AE347E298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59" r="37042"/>
          <a:stretch>
            <a:fillRect/>
          </a:stretch>
        </p:blipFill>
        <p:spPr>
          <a:xfrm>
            <a:off x="831" y="10"/>
            <a:ext cx="3502025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F22B2C-A300-A8A7-5053-959BB43C2F84}"/>
              </a:ext>
            </a:extLst>
          </p:cNvPr>
          <p:cNvSpPr txBox="1"/>
          <p:nvPr/>
        </p:nvSpPr>
        <p:spPr>
          <a:xfrm>
            <a:off x="3519904" y="196273"/>
            <a:ext cx="6626072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b="0" i="0" u="none" strike="no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Gradient Boosting (XG Boost) is chosen for its superior speed and performance on structured data.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1AC1F2-D794-454F-8FDA-2826EEC8F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6F9A36A-E2E0-458B-889B-59E444E3EC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1E05721-1619-4998-BF7F-E17071D5A8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615F2C8-8CC5-4E5D-8973-DCA09EFFB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0AD7A5A-7A0C-4D1E-9525-7E91AF8E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246BAD8-6018-4C11-B4A7-F8174751F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4DF26C0-E019-9272-E639-F4AE9C2540DC}"/>
              </a:ext>
            </a:extLst>
          </p:cNvPr>
          <p:cNvSpPr txBox="1"/>
          <p:nvPr/>
        </p:nvSpPr>
        <p:spPr>
          <a:xfrm>
            <a:off x="4073715" y="2655463"/>
            <a:ext cx="8236857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Accuracy: Uses ensemble learning to correct errors of previous trees.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7A3229-5258-B28A-98EC-4BAF9D9951EE}"/>
              </a:ext>
            </a:extLst>
          </p:cNvPr>
          <p:cNvSpPr txBox="1"/>
          <p:nvPr/>
        </p:nvSpPr>
        <p:spPr>
          <a:xfrm>
            <a:off x="4335765" y="3072694"/>
            <a:ext cx="7175728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600"/>
              </a:spcAft>
              <a:buNone/>
            </a:pPr>
            <a:r>
              <a:rPr lang="en-US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Regularization: Prevents overfitting, ensuring the model generalizes well to new data</a:t>
            </a:r>
            <a:r>
              <a:rPr lang="en-US" i="0" u="none" strike="noStrike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buNone/>
            </a:pPr>
            <a:br>
              <a:rPr lang="en-US" dirty="0"/>
            </a:b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105549-709E-5831-8035-F043DBF124FA}"/>
              </a:ext>
            </a:extLst>
          </p:cNvPr>
          <p:cNvSpPr txBox="1"/>
          <p:nvPr/>
        </p:nvSpPr>
        <p:spPr>
          <a:xfrm>
            <a:off x="4071333" y="4046194"/>
            <a:ext cx="59055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en-US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Optimized for speed, making it suitable for real-time recommendations.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6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02C1F7-9A70-85ED-93F5-04771733FC40}"/>
              </a:ext>
            </a:extLst>
          </p:cNvPr>
          <p:cNvSpPr txBox="1"/>
          <p:nvPr/>
        </p:nvSpPr>
        <p:spPr>
          <a:xfrm>
            <a:off x="1197428" y="706059"/>
            <a:ext cx="91512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60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n-IN" sz="6000" b="1" i="0" u="none" strike="noStrike" dirty="0">
                <a:effectLst/>
                <a:latin typeface="Merriweather" panose="00000500000000000000" pitchFamily="2" charset="0"/>
              </a:rPr>
              <a:t> FUNCION</a:t>
            </a:r>
            <a:endParaRPr lang="en-IN" sz="6000" b="1" dirty="0">
              <a:effectLst/>
            </a:endParaRPr>
          </a:p>
          <a:p>
            <a:pPr algn="ctr"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4B880D-837D-BED3-4EAE-B600A26EF406}"/>
              </a:ext>
            </a:extLst>
          </p:cNvPr>
          <p:cNvSpPr txBox="1"/>
          <p:nvPr/>
        </p:nvSpPr>
        <p:spPr>
          <a:xfrm>
            <a:off x="2837542" y="1971170"/>
            <a:ext cx="6110514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0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core logic takes user inputs, structures them into a Data Frame matching the training schema, passes them through the pipeline, and decodes the result back to a readable string.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B092D69-3E9D-8D34-76D4-40535C45F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682" y="3429000"/>
            <a:ext cx="523875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370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98681-DF28-8DCE-2268-B87457E5B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C6EDEF-A3BB-407B-9CDF-A7E5E5AE6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AE95B9-B8B1-4D2E-827E-AE702FB67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6C491-9D12-4A1F-87C1-4087035C5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FE5C4A-1546-4452-A19D-2A989D4BC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48CBA6-F6FA-4167-BD0D-40D35561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E2C07F7-2301-4376-893F-FBA02EDE3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F40EC-614F-D442-0AC5-441412BACEBD}"/>
              </a:ext>
            </a:extLst>
          </p:cNvPr>
          <p:cNvSpPr txBox="1"/>
          <p:nvPr/>
        </p:nvSpPr>
        <p:spPr>
          <a:xfrm>
            <a:off x="3507243" y="-68112"/>
            <a:ext cx="8162243" cy="28021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000" b="1" cap="all" dirty="0">
                <a:ln w="3175" cmpd="sng">
                  <a:noFill/>
                </a:ln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CODE IMPLEMENTATION &amp;UI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10A77D1E-4E18-8896-0A22-5C04006084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34" r="47306" b="-1"/>
          <a:stretch>
            <a:fillRect/>
          </a:stretch>
        </p:blipFill>
        <p:spPr>
          <a:xfrm>
            <a:off x="20" y="10"/>
            <a:ext cx="3309237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8C388193-92F4-4A75-8B11-B66617EBA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5D1C9E5-2172-4689-B4D8-88FDDB465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1D2677B-66FB-4D3B-ABED-0ACC3FD2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721A835-F88D-4A76-A36E-03C3576B1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99E6B83-99CF-41BB-A5FF-BC92FDFF8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0CC75C7-EE42-478E-9215-FD2E83047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E367FB1-6D6C-302A-0226-519B715BC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821" y="2943262"/>
            <a:ext cx="7702017" cy="32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887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DCC513-E313-03E6-3C21-E4CA45935A33}"/>
              </a:ext>
            </a:extLst>
          </p:cNvPr>
          <p:cNvSpPr txBox="1"/>
          <p:nvPr/>
        </p:nvSpPr>
        <p:spPr>
          <a:xfrm>
            <a:off x="1103086" y="537029"/>
            <a:ext cx="9622971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60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NCLUSION</a:t>
            </a:r>
            <a:r>
              <a:rPr lang="en-US" sz="60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IM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PACT</a:t>
            </a:r>
            <a:endParaRPr lang="en-US" sz="6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pPr rtl="0">
              <a:buNone/>
            </a:pPr>
            <a:r>
              <a:rPr lang="en-US" sz="1800" b="1" i="0" u="none" strike="noStrike" dirty="0">
                <a:effectLst/>
                <a:latin typeface="Merriweather" panose="00000500000000000000" pitchFamily="2" charset="0"/>
              </a:rPr>
              <a:t>Empowering Agriculture</a:t>
            </a:r>
          </a:p>
          <a:p>
            <a:pPr rtl="0">
              <a:buNone/>
            </a:pP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system bridges the gap between advanced data science and traditional farming.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99% Accuracy: Reliable predictions based on historical data.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Sustainability: Prevents soil depletion by suggesting appropriate rotation.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Can be integrated with IoT sensors for real-time automated analysis.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344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A8EF7-753F-80AA-B172-8AE212860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A212F8F-D812-4A16-BE82-F3500DE32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nip Diagonal Corner Rectangle 24">
            <a:extLst>
              <a:ext uri="{FF2B5EF4-FFF2-40B4-BE49-F238E27FC236}">
                <a16:creationId xmlns:a16="http://schemas.microsoft.com/office/drawing/2014/main" id="{D2CF1D1B-04ED-443D-A9FE-68BF8859B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229" y="620722"/>
            <a:ext cx="10935543" cy="5286838"/>
          </a:xfrm>
          <a:prstGeom prst="snip2DiagRect">
            <a:avLst>
              <a:gd name="adj1" fmla="val 10787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641008-389D-ADA2-9805-B8F9A30AA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1089698"/>
            <a:ext cx="10607040" cy="4348886"/>
          </a:xfrm>
          <a:custGeom>
            <a:avLst/>
            <a:gdLst/>
            <a:ahLst/>
            <a:cxnLst/>
            <a:rect l="l" t="t" r="r" b="b"/>
            <a:pathLst>
              <a:path w="10607040" h="4956048">
                <a:moveTo>
                  <a:pt x="497480" y="0"/>
                </a:moveTo>
                <a:lnTo>
                  <a:pt x="10607040" y="0"/>
                </a:lnTo>
                <a:lnTo>
                  <a:pt x="10607040" y="4485407"/>
                </a:lnTo>
                <a:lnTo>
                  <a:pt x="10131692" y="4956048"/>
                </a:lnTo>
                <a:lnTo>
                  <a:pt x="0" y="4956048"/>
                </a:lnTo>
                <a:lnTo>
                  <a:pt x="0" y="4925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05537791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Custom 1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E05"/>
      </a:hlink>
      <a:folHlink>
        <a:srgbClr val="68883A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512</TotalTime>
  <Words>451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Century Gothic</vt:lpstr>
      <vt:lpstr>Merriweather</vt:lpstr>
      <vt:lpstr>Times New Roman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akankshasharmafzd2004@gmail.com</dc:creator>
  <cp:lastModifiedBy>akankshasharmafzd2004@gmail.com</cp:lastModifiedBy>
  <cp:revision>1</cp:revision>
  <dcterms:created xsi:type="dcterms:W3CDTF">2025-12-05T11:36:59Z</dcterms:created>
  <dcterms:modified xsi:type="dcterms:W3CDTF">2025-12-05T20:09:24Z</dcterms:modified>
</cp:coreProperties>
</file>